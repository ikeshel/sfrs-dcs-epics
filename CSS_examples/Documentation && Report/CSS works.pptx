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214" d="100"/>
          <a:sy n="214" d="100"/>
        </p:scale>
        <p:origin x="156" y="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27.08.2026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27.08.2026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naming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change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look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(MUSIC)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rgbClr val="FF0000"/>
                </a:solidFill>
              </a:rPr>
              <a:t>make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condition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text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entry</a:t>
            </a:r>
            <a:r>
              <a:rPr lang="de-DE" sz="1400" strike="sngStrike" dirty="0">
                <a:solidFill>
                  <a:srgbClr val="FF0000"/>
                </a:solidFill>
              </a:rPr>
              <a:t> and </a:t>
            </a:r>
            <a:r>
              <a:rPr lang="de-DE" sz="1400" strike="sngStrike" dirty="0" err="1">
                <a:solidFill>
                  <a:srgbClr val="FF0000"/>
                </a:solidFill>
              </a:rPr>
              <a:t>action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button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10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C214A-9220-4722-BEAD-7EBDD56E3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373" y="1087438"/>
            <a:ext cx="7883611" cy="3678237"/>
          </a:xfrm>
        </p:spPr>
      </p:pic>
    </p:spTree>
    <p:extLst>
      <p:ext uri="{BB962C8B-B14F-4D97-AF65-F5344CB8AC3E}">
        <p14:creationId xmlns:p14="http://schemas.microsoft.com/office/powerpoint/2010/main" val="1430054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788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8613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make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settings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file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that</a:t>
            </a:r>
            <a:r>
              <a:rPr lang="de-DE" sz="1400" strike="sngStrike" dirty="0">
                <a:solidFill>
                  <a:schemeClr val="tx1"/>
                </a:solidFill>
              </a:rPr>
              <a:t> will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automatized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later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when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we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have</a:t>
            </a:r>
            <a:r>
              <a:rPr lang="de-DE" sz="1400" strike="sngStrike" dirty="0">
                <a:solidFill>
                  <a:schemeClr val="tx1"/>
                </a:solidFill>
              </a:rPr>
              <a:t> different </a:t>
            </a:r>
            <a:r>
              <a:rPr lang="de-DE" sz="1400" strike="sngStrike" dirty="0" err="1">
                <a:solidFill>
                  <a:schemeClr val="tx1"/>
                </a:solidFill>
              </a:rPr>
              <a:t>layout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ideas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meet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with</a:t>
            </a:r>
            <a:r>
              <a:rPr lang="de-DE" sz="1400" dirty="0">
                <a:solidFill>
                  <a:schemeClr val="tx1"/>
                </a:solidFill>
              </a:rPr>
              <a:t> Irakli </a:t>
            </a:r>
            <a:r>
              <a:rPr lang="de-DE" sz="1400" dirty="0" err="1">
                <a:solidFill>
                  <a:schemeClr val="tx1"/>
                </a:solidFill>
              </a:rPr>
              <a:t>talk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about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feedbacks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22367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11-13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51348D-92A5-4E52-80EB-2A0105FA5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67004"/>
            <a:ext cx="3068816" cy="809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E4EBFF-E317-4A08-AA00-BD2C77DDF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883" y="934648"/>
            <a:ext cx="6011050" cy="39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3954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think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click</a:t>
            </a:r>
            <a:r>
              <a:rPr lang="de-DE" sz="1400" dirty="0">
                <a:solidFill>
                  <a:srgbClr val="FF0000"/>
                </a:solidFill>
              </a:rPr>
              <a:t> a </a:t>
            </a:r>
            <a:r>
              <a:rPr lang="de-DE" sz="1400" dirty="0" err="1">
                <a:solidFill>
                  <a:srgbClr val="FF0000"/>
                </a:solidFill>
              </a:rPr>
              <a:t>button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open a 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tab</a:t>
            </a:r>
            <a:endParaRPr lang="de-DE" sz="1400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there</a:t>
            </a:r>
            <a:r>
              <a:rPr lang="de-DE" sz="1400" strike="sngStrike" dirty="0">
                <a:solidFill>
                  <a:schemeClr val="tx1"/>
                </a:solidFill>
              </a:rPr>
              <a:t> will </a:t>
            </a:r>
            <a:r>
              <a:rPr lang="de-DE" sz="1400" strike="sngStrike" dirty="0" err="1">
                <a:solidFill>
                  <a:schemeClr val="tx1"/>
                </a:solidFill>
              </a:rPr>
              <a:t>come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one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more</a:t>
            </a:r>
            <a:r>
              <a:rPr lang="de-DE" sz="1400" strike="sngStrike" dirty="0">
                <a:solidFill>
                  <a:schemeClr val="tx1"/>
                </a:solidFill>
              </a:rPr>
              <a:t> HV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pos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values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dirty="0">
                <a:solidFill>
                  <a:schemeClr val="tx1"/>
                </a:solidFill>
              </a:rPr>
              <a:t>(I </a:t>
            </a:r>
            <a:r>
              <a:rPr lang="de-DE" sz="1400" dirty="0" err="1">
                <a:solidFill>
                  <a:schemeClr val="tx1"/>
                </a:solidFill>
              </a:rPr>
              <a:t>put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new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section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2nd power </a:t>
            </a:r>
            <a:r>
              <a:rPr lang="de-DE" sz="1400" dirty="0" err="1">
                <a:solidFill>
                  <a:schemeClr val="tx1"/>
                </a:solidFill>
              </a:rPr>
              <a:t>supply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of</a:t>
            </a:r>
            <a:r>
              <a:rPr lang="de-DE" sz="1400" dirty="0">
                <a:solidFill>
                  <a:schemeClr val="tx1"/>
                </a:solidFill>
              </a:rPr>
              <a:t> MUSIC but </a:t>
            </a: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no</a:t>
            </a:r>
            <a:r>
              <a:rPr lang="de-DE" sz="1400" dirty="0">
                <a:solidFill>
                  <a:schemeClr val="tx1"/>
                </a:solidFill>
              </a:rPr>
              <a:t> PV in EPICS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now</a:t>
            </a:r>
            <a:r>
              <a:rPr lang="de-DE" sz="1400">
                <a:solidFill>
                  <a:schemeClr val="tx1"/>
                </a:solidFill>
              </a:rPr>
              <a:t>)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make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settings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file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that</a:t>
            </a:r>
            <a:r>
              <a:rPr lang="de-DE" sz="1400" strike="sngStrike" dirty="0">
                <a:solidFill>
                  <a:schemeClr val="tx1"/>
                </a:solidFill>
              </a:rPr>
              <a:t> will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automatized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later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when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we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have</a:t>
            </a:r>
            <a:r>
              <a:rPr lang="de-DE" sz="1400" strike="sngStrike" dirty="0">
                <a:solidFill>
                  <a:schemeClr val="tx1"/>
                </a:solidFill>
              </a:rPr>
              <a:t> different </a:t>
            </a:r>
            <a:r>
              <a:rPr lang="de-DE" sz="1400" strike="sngStrike" dirty="0" err="1">
                <a:solidFill>
                  <a:schemeClr val="tx1"/>
                </a:solidFill>
              </a:rPr>
              <a:t>layout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ideas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meet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with</a:t>
            </a:r>
            <a:r>
              <a:rPr lang="de-DE" sz="1400" strike="sngStrike" dirty="0">
                <a:solidFill>
                  <a:schemeClr val="tx1"/>
                </a:solidFill>
              </a:rPr>
              <a:t> Irakli </a:t>
            </a:r>
            <a:r>
              <a:rPr lang="de-DE" sz="1400" strike="sngStrike" dirty="0" err="1">
                <a:solidFill>
                  <a:schemeClr val="tx1"/>
                </a:solidFill>
              </a:rPr>
              <a:t>talk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about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feedbacks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dirty="0">
                <a:solidFill>
                  <a:schemeClr val="tx1"/>
                </a:solidFill>
              </a:rPr>
              <a:t>(Irakli </a:t>
            </a:r>
            <a:r>
              <a:rPr lang="de-DE" sz="1400" dirty="0" err="1">
                <a:solidFill>
                  <a:schemeClr val="tx1"/>
                </a:solidFill>
              </a:rPr>
              <a:t>two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weeks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absence,told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focusing</a:t>
            </a:r>
            <a:r>
              <a:rPr lang="de-DE" sz="1400" dirty="0">
                <a:solidFill>
                  <a:schemeClr val="tx1"/>
                </a:solidFill>
              </a:rPr>
              <a:t> on EPICS </a:t>
            </a:r>
            <a:r>
              <a:rPr lang="de-DE" sz="1400" dirty="0" err="1">
                <a:solidFill>
                  <a:schemeClr val="tx1"/>
                </a:solidFill>
              </a:rPr>
              <a:t>system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fundamentals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this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period</a:t>
            </a:r>
            <a:r>
              <a:rPr lang="de-DE" sz="1400" dirty="0">
                <a:solidFill>
                  <a:schemeClr val="tx1"/>
                </a:solidFill>
              </a:rPr>
              <a:t>)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14592011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1312</Words>
  <Application>Microsoft Office PowerPoint</Application>
  <PresentationFormat>On-screen Show (16:9)</PresentationFormat>
  <Paragraphs>164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  <vt:lpstr>Example – Day 10</vt:lpstr>
      <vt:lpstr>Report 26.08.24</vt:lpstr>
      <vt:lpstr>Report 26.08.25</vt:lpstr>
      <vt:lpstr>Report 26.08.26</vt:lpstr>
      <vt:lpstr>Example – Day 11-13</vt:lpstr>
      <vt:lpstr>Report 26.08.27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144</cp:revision>
  <cp:lastPrinted>2026-08-11T07:44:29Z</cp:lastPrinted>
  <dcterms:created xsi:type="dcterms:W3CDTF">2025-09-18T14:09:33Z</dcterms:created>
  <dcterms:modified xsi:type="dcterms:W3CDTF">2026-08-27T09:25:11Z</dcterms:modified>
</cp:coreProperties>
</file>