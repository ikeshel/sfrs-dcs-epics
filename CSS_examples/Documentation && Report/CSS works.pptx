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</p:sldIdLst>
  <p:sldSz cx="9144000" cy="5143500" type="screen16x9"/>
  <p:notesSz cx="7104063" cy="10234613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  <a:srgbClr val="333333"/>
    <a:srgbClr val="EAEAEA"/>
    <a:srgbClr val="FDBB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55" autoAdjust="0"/>
  </p:normalViewPr>
  <p:slideViewPr>
    <p:cSldViewPr snapToGrid="0" snapToObjects="1">
      <p:cViewPr varScale="1">
        <p:scale>
          <a:sx n="103" d="100"/>
          <a:sy n="103" d="100"/>
        </p:scale>
        <p:origin x="192" y="4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B851660-0934-124D-A4B3-496C7F320307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7F3A3EDE-7EBB-0F4A-80C2-34DB9D2E2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821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8C828EF-C252-394A-93BF-1C478CFA089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DAE02386-BEE7-5D4D-B4E7-4BB579C478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90198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040B52E-6118-F844-8FBE-85B6AFDC9E2A}"/>
              </a:ext>
            </a:extLst>
          </p:cNvPr>
          <p:cNvGrpSpPr/>
          <p:nvPr userDrawn="1"/>
        </p:nvGrpSpPr>
        <p:grpSpPr>
          <a:xfrm>
            <a:off x="1502578" y="976199"/>
            <a:ext cx="7426269" cy="3877686"/>
            <a:chOff x="1502578" y="976199"/>
            <a:chExt cx="7426269" cy="387768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3FAB316F-95F1-6040-AB6B-EF23A5D58FAF}"/>
                </a:ext>
              </a:extLst>
            </p:cNvPr>
            <p:cNvSpPr/>
            <p:nvPr userDrawn="1"/>
          </p:nvSpPr>
          <p:spPr>
            <a:xfrm>
              <a:off x="7781365" y="3854824"/>
              <a:ext cx="1147482" cy="9990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de-DE" dirty="0"/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9DE39F29-B8C0-C64D-ADFE-A8AFF963CB1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502578" y="976199"/>
              <a:ext cx="6099496" cy="3877686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151529" y="2738074"/>
            <a:ext cx="4303059" cy="584900"/>
          </a:xfrm>
        </p:spPr>
        <p:txBody>
          <a:bodyPr anchor="b" anchorCtr="0">
            <a:noAutofit/>
          </a:bodyPr>
          <a:lstStyle>
            <a:lvl1pPr algn="ctr">
              <a:defRPr sz="2400">
                <a:solidFill>
                  <a:srgbClr val="66666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151529" y="3322973"/>
            <a:ext cx="4303060" cy="531851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404091" y="4987636"/>
            <a:ext cx="3371273" cy="155864"/>
          </a:xfrm>
          <a:prstGeom prst="rect">
            <a:avLst/>
          </a:prstGeom>
          <a:solidFill>
            <a:srgbClr val="E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</p:spTree>
    <p:extLst>
      <p:ext uri="{BB962C8B-B14F-4D97-AF65-F5344CB8AC3E}">
        <p14:creationId xmlns:p14="http://schemas.microsoft.com/office/powerpoint/2010/main" val="240993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2568" y="230397"/>
            <a:ext cx="6700979" cy="5906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23547" y="4914483"/>
            <a:ext cx="82528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66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Datumsplatzhalter 4"/>
          <p:cNvSpPr>
            <a:spLocks noGrp="1"/>
          </p:cNvSpPr>
          <p:nvPr>
            <p:ph type="dt" sz="half" idx="13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0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4" name="Datumsplatzhalter 4"/>
          <p:cNvSpPr>
            <a:spLocks noGrp="1"/>
          </p:cNvSpPr>
          <p:nvPr>
            <p:ph type="dt" sz="half" idx="2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979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43494DA-FA9D-1447-B70B-2896FD77F5D0}"/>
              </a:ext>
            </a:extLst>
          </p:cNvPr>
          <p:cNvCxnSpPr/>
          <p:nvPr userDrawn="1"/>
        </p:nvCxnSpPr>
        <p:spPr>
          <a:xfrm>
            <a:off x="0" y="5049583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d 6" descr="GSI_Logo_rgb.png">
            <a:extLst>
              <a:ext uri="{FF2B5EF4-FFF2-40B4-BE49-F238E27FC236}">
                <a16:creationId xmlns:a16="http://schemas.microsoft.com/office/drawing/2014/main" id="{0E0D4DB1-EEDA-A644-B002-75EBF9968E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839" y="363875"/>
            <a:ext cx="1129081" cy="376361"/>
          </a:xfrm>
          <a:prstGeom prst="rect">
            <a:avLst/>
          </a:prstGeom>
        </p:spPr>
      </p:pic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2AC6B5F8-0827-6645-B5C9-ED4385971D8F}"/>
              </a:ext>
            </a:extLst>
          </p:cNvPr>
          <p:cNvCxnSpPr/>
          <p:nvPr userDrawn="1"/>
        </p:nvCxnSpPr>
        <p:spPr>
          <a:xfrm>
            <a:off x="0" y="826224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CC9BBC89-C94F-2342-BFB0-0C52DC04C485}"/>
              </a:ext>
            </a:extLst>
          </p:cNvPr>
          <p:cNvSpPr>
            <a:spLocks/>
          </p:cNvSpPr>
          <p:nvPr userDrawn="1"/>
        </p:nvSpPr>
        <p:spPr>
          <a:xfrm>
            <a:off x="-1" y="727074"/>
            <a:ext cx="201600" cy="201600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E807027-043F-224A-B8A1-2EA6FD7AA9B7}"/>
              </a:ext>
            </a:extLst>
          </p:cNvPr>
          <p:cNvSpPr>
            <a:spLocks/>
          </p:cNvSpPr>
          <p:nvPr userDrawn="1"/>
        </p:nvSpPr>
        <p:spPr>
          <a:xfrm>
            <a:off x="-1" y="4949824"/>
            <a:ext cx="203277" cy="203277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17635" y="1088015"/>
            <a:ext cx="8420176" cy="367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015792" y="4914482"/>
            <a:ext cx="74489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  <a:latin typeface="Arial"/>
                <a:cs typeface="Arial"/>
              </a:defRPr>
            </a:lvl1pPr>
          </a:lstStyle>
          <a:p>
            <a:fld id="{125CBDDA-5CCF-8748-8988-9DC6C898177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435270" y="4950517"/>
            <a:ext cx="3527133" cy="20774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750" dirty="0">
                <a:solidFill>
                  <a:srgbClr val="333333"/>
                </a:solidFill>
                <a:latin typeface="Arial"/>
                <a:cs typeface="Arial"/>
              </a:rPr>
              <a:t>GSI Helmholtzzentrum für Schwerionenforschung GmbH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17638" y="231075"/>
            <a:ext cx="6129236" cy="59066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51256" y="4914482"/>
            <a:ext cx="84837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4013201" y="4920458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  <p:pic>
        <p:nvPicPr>
          <p:cNvPr id="13" name="Bild 12" descr="FAIR_Logo_rgb.png">
            <a:extLst>
              <a:ext uri="{FF2B5EF4-FFF2-40B4-BE49-F238E27FC236}">
                <a16:creationId xmlns:a16="http://schemas.microsoft.com/office/drawing/2014/main" id="{6EBF7B64-1F60-354C-83F5-CFA893F204B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0829" y="206825"/>
            <a:ext cx="775055" cy="64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8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1800" b="1" kern="1200">
          <a:solidFill>
            <a:srgbClr val="333333"/>
          </a:solidFill>
          <a:latin typeface="Arial"/>
          <a:ea typeface="+mj-ea"/>
          <a:cs typeface="Arial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800" kern="1200">
          <a:solidFill>
            <a:srgbClr val="333333"/>
          </a:solidFill>
          <a:latin typeface="Arial"/>
          <a:ea typeface="+mn-ea"/>
          <a:cs typeface="Arial"/>
        </a:defRPr>
      </a:lvl1pPr>
      <a:lvl2pPr marL="557213" indent="-214313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500" kern="1200">
          <a:solidFill>
            <a:srgbClr val="333333"/>
          </a:solidFill>
          <a:latin typeface="Arial"/>
          <a:ea typeface="+mn-ea"/>
          <a:cs typeface="Arial"/>
        </a:defRPr>
      </a:lvl2pPr>
      <a:lvl3pPr marL="8572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350" kern="1200">
          <a:solidFill>
            <a:srgbClr val="333333"/>
          </a:solidFill>
          <a:latin typeface="Arial"/>
          <a:ea typeface="+mn-ea"/>
          <a:cs typeface="Arial"/>
        </a:defRPr>
      </a:lvl3pPr>
      <a:lvl4pPr marL="12001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200" kern="1200">
          <a:solidFill>
            <a:srgbClr val="333333"/>
          </a:solidFill>
          <a:latin typeface="Arial"/>
          <a:ea typeface="+mn-ea"/>
          <a:cs typeface="Arial"/>
        </a:defRPr>
      </a:lvl4pPr>
      <a:lvl5pPr marL="15430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050" kern="1200">
          <a:solidFill>
            <a:srgbClr val="333333"/>
          </a:solidFill>
          <a:latin typeface="Arial"/>
          <a:ea typeface="+mn-ea"/>
          <a:cs typeface="Arial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Studio</a:t>
            </a:r>
          </a:p>
        </p:txBody>
      </p:sp>
    </p:spTree>
    <p:extLst>
      <p:ext uri="{BB962C8B-B14F-4D97-AF65-F5344CB8AC3E}">
        <p14:creationId xmlns:p14="http://schemas.microsoft.com/office/powerpoint/2010/main" val="3910199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718E-8BA5-4072-B676-7597595D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A7C9-E068-492F-B57E-595726FEF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5" y="1088015"/>
            <a:ext cx="8420176" cy="3669336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Existing</a:t>
            </a:r>
            <a:r>
              <a:rPr lang="de-DE" sz="1400" dirty="0"/>
              <a:t> </a:t>
            </a:r>
            <a:r>
              <a:rPr lang="de-DE" sz="1400" dirty="0" err="1"/>
              <a:t>example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improved</a:t>
            </a:r>
            <a:r>
              <a:rPr lang="de-DE" sz="1400" dirty="0"/>
              <a:t> </a:t>
            </a:r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 err="1"/>
              <a:t>Make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as</a:t>
            </a:r>
            <a:r>
              <a:rPr lang="de-DE" sz="1000" strike="sngStrike" dirty="0"/>
              <a:t> an </a:t>
            </a:r>
            <a:r>
              <a:rPr lang="de-DE" sz="1000" strike="sngStrike" dirty="0" err="1"/>
              <a:t>object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create</a:t>
            </a:r>
            <a:r>
              <a:rPr lang="de-DE" sz="1000" strike="sngStrike" dirty="0"/>
              <a:t> a </a:t>
            </a:r>
            <a:r>
              <a:rPr lang="de-DE" sz="1000" strike="sngStrike" dirty="0" err="1"/>
              <a:t>template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which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has</a:t>
            </a:r>
            <a:r>
              <a:rPr lang="de-DE" sz="1000" strike="sngStrike" dirty="0"/>
              <a:t> 4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FPGA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SiPM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Bias Set | RBV | STATE,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-&gt; STATE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defined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colour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of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if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difference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between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bigger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0.6V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red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less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 </a:t>
            </a:r>
            <a:r>
              <a:rPr lang="de-DE" sz="1000" strike="sngStrike" dirty="0" err="1"/>
              <a:t>green</a:t>
            </a:r>
            <a:r>
              <a:rPr lang="de-DE" sz="1000" strike="sngStrike" dirty="0"/>
              <a:t>) </a:t>
            </a:r>
            <a:r>
              <a:rPr lang="de-DE" sz="1000" dirty="0">
                <a:solidFill>
                  <a:srgbClr val="FF0000"/>
                </a:solidFill>
              </a:rPr>
              <a:t>-&gt; I </a:t>
            </a:r>
            <a:r>
              <a:rPr lang="de-DE" sz="1000" dirty="0" err="1">
                <a:solidFill>
                  <a:srgbClr val="FF0000"/>
                </a:solidFill>
              </a:rPr>
              <a:t>used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embedded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display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option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then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use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macro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for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each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board</a:t>
            </a:r>
            <a:r>
              <a:rPr lang="de-DE" sz="1000" dirty="0">
                <a:solidFill>
                  <a:srgbClr val="FF0000"/>
                </a:solidFill>
              </a:rPr>
              <a:t>, </a:t>
            </a:r>
            <a:r>
              <a:rPr lang="de-DE" sz="1000" dirty="0" err="1">
                <a:solidFill>
                  <a:srgbClr val="FF0000"/>
                </a:solidFill>
              </a:rPr>
              <a:t>it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is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easier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than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first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one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did</a:t>
            </a:r>
            <a:r>
              <a:rPr lang="de-DE" sz="1000" dirty="0">
                <a:solidFill>
                  <a:srgbClr val="FF0000"/>
                </a:solidFill>
              </a:rPr>
              <a:t>.</a:t>
            </a:r>
            <a:endParaRPr lang="de-DE" sz="1000" strike="sngStrike" dirty="0"/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/>
              <a:t>Try </a:t>
            </a:r>
            <a:r>
              <a:rPr lang="de-DE" sz="1000" strike="sngStrike" dirty="0" err="1"/>
              <a:t>to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use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thermometer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function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for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temperature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endParaRPr lang="de-DE" sz="10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next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thermometers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alarms</a:t>
            </a:r>
            <a:r>
              <a:rPr lang="de-DE" sz="1400" dirty="0"/>
              <a:t>/</a:t>
            </a:r>
            <a:r>
              <a:rPr lang="de-DE" sz="1400" dirty="0" err="1"/>
              <a:t>status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them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colors</a:t>
            </a:r>
            <a:r>
              <a:rPr lang="de-DE" sz="1400" strike="sngStrike" dirty="0"/>
              <a:t> / </a:t>
            </a:r>
            <a:r>
              <a:rPr lang="de-DE" sz="1400" strike="sngStrike" dirty="0" err="1"/>
              <a:t>they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degree</a:t>
            </a:r>
            <a:r>
              <a:rPr lang="de-DE" sz="1400" strike="sngStrike" dirty="0"/>
              <a:t>, i </a:t>
            </a:r>
            <a:r>
              <a:rPr lang="de-DE" sz="1400" strike="sngStrike" dirty="0" err="1"/>
              <a:t>used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update.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also </a:t>
            </a:r>
            <a:r>
              <a:rPr lang="de-DE" sz="1400" strike="sngStrike" dirty="0" err="1"/>
              <a:t>did</a:t>
            </a:r>
            <a:r>
              <a:rPr lang="de-DE" sz="1400" strike="sngStrike" dirty="0"/>
              <a:t> Chamber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number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as</a:t>
            </a:r>
            <a:r>
              <a:rPr lang="de-DE" sz="1400" strike="sngStrike" dirty="0"/>
              <a:t> title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card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decided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name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only</a:t>
            </a:r>
            <a:r>
              <a:rPr lang="de-DE" sz="1400" dirty="0">
                <a:solidFill>
                  <a:srgbClr val="FF0000"/>
                </a:solidFill>
              </a:rPr>
              <a:t> „Board (BOARD_NUMBER)“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657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9603E8E-7AAD-486B-8FE8-DF3D7A40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797" y="1087438"/>
            <a:ext cx="4987505" cy="3678237"/>
          </a:xfrm>
        </p:spPr>
      </p:pic>
    </p:spTree>
    <p:extLst>
      <p:ext uri="{BB962C8B-B14F-4D97-AF65-F5344CB8AC3E}">
        <p14:creationId xmlns:p14="http://schemas.microsoft.com/office/powerpoint/2010/main" val="880007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use</a:t>
            </a:r>
            <a:r>
              <a:rPr lang="de-DE" sz="1400" dirty="0"/>
              <a:t> .</a:t>
            </a:r>
            <a:r>
              <a:rPr lang="de-DE" sz="1400" dirty="0" err="1"/>
              <a:t>yaml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, </a:t>
            </a:r>
            <a:r>
              <a:rPr lang="de-DE" sz="1400" strike="sngStrike" dirty="0" err="1"/>
              <a:t>create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dirty="0"/>
              <a:t>,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titles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dirty="0"/>
              <a:t>„</a:t>
            </a:r>
            <a:r>
              <a:rPr lang="de-DE" sz="1400" strike="sngStrike" dirty="0"/>
              <a:t>CHAMBER_NAME-DETECTOR“,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(FPF2 SCIFI1) </a:t>
            </a: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some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test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51617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445A-E917-4183-8948-583896325B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665" y="970049"/>
            <a:ext cx="4036946" cy="370698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668C5-10BB-40AD-AE20-C40B52381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391" y="970049"/>
            <a:ext cx="4036946" cy="370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82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two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scifi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) -&gt;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embedded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display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whole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tests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that</a:t>
            </a:r>
            <a:r>
              <a:rPr lang="de-DE" sz="1400" strike="sngStrike" dirty="0"/>
              <a:t> do not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any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they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were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resetted</a:t>
            </a:r>
            <a:r>
              <a:rPr lang="de-DE" sz="14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954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85B382-0E32-45AE-B39F-793B6655B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57692"/>
            <a:ext cx="8251875" cy="3928137"/>
          </a:xfrm>
        </p:spPr>
      </p:pic>
    </p:spTree>
    <p:extLst>
      <p:ext uri="{BB962C8B-B14F-4D97-AF65-F5344CB8AC3E}">
        <p14:creationId xmlns:p14="http://schemas.microsoft.com/office/powerpoint/2010/main" val="356037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26.08.11-12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try</a:t>
            </a:r>
            <a:r>
              <a:rPr lang="de-DE" sz="1400" dirty="0"/>
              <a:t> </a:t>
            </a: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widgets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update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template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last </a:t>
            </a:r>
            <a:r>
              <a:rPr lang="de-DE" sz="1400" strike="sngStrike" dirty="0" err="1"/>
              <a:t>commit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iraklis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file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bias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set</a:t>
            </a:r>
            <a:r>
              <a:rPr lang="de-DE" sz="1400" strike="sngStrike" dirty="0"/>
              <a:t>, RBV STATE </a:t>
            </a:r>
            <a:r>
              <a:rPr lang="de-DE" sz="1400" strike="sngStrike" dirty="0" err="1"/>
              <a:t>files</a:t>
            </a:r>
            <a:r>
              <a:rPr lang="de-DE" sz="1400" strike="sngStrike" dirty="0"/>
              <a:t> etc.)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add</a:t>
            </a:r>
            <a:r>
              <a:rPr lang="de-DE" sz="1400" strike="sngStrike" dirty="0"/>
              <a:t> and update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FPF2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alarm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limits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set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far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every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board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looks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green</a:t>
            </a:r>
            <a:r>
              <a:rPr lang="de-DE" sz="1400" dirty="0">
                <a:solidFill>
                  <a:srgbClr val="FF0000"/>
                </a:solidFill>
              </a:rPr>
              <a:t> still)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438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4F9764-2921-4303-88FE-6D4F2FA35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245" y="975850"/>
            <a:ext cx="7828156" cy="3905010"/>
          </a:xfrm>
        </p:spPr>
      </p:pic>
    </p:spTree>
    <p:extLst>
      <p:ext uri="{BB962C8B-B14F-4D97-AF65-F5344CB8AC3E}">
        <p14:creationId xmlns:p14="http://schemas.microsoft.com/office/powerpoint/2010/main" val="559332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3C33B2E-324D-44CC-8042-C925493444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086" y="984846"/>
            <a:ext cx="7832617" cy="3895344"/>
          </a:xfrm>
        </p:spPr>
      </p:pic>
    </p:spTree>
    <p:extLst>
      <p:ext uri="{BB962C8B-B14F-4D97-AF65-F5344CB8AC3E}">
        <p14:creationId xmlns:p14="http://schemas.microsoft.com/office/powerpoint/2010/main" val="266614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HV_SET, HV_RBV, HV_STAT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Use log </a:t>
            </a:r>
            <a:r>
              <a:rPr lang="de-DE" sz="1400" dirty="0" err="1"/>
              <a:t>scale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PLSCI and SCIFI screen </a:t>
            </a:r>
            <a:r>
              <a:rPr lang="de-DE" sz="1400" dirty="0" err="1"/>
              <a:t>resolutions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different,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this</a:t>
            </a:r>
            <a:r>
              <a:rPr lang="de-DE" sz="1400" dirty="0"/>
              <a:t> a </a:t>
            </a:r>
            <a:r>
              <a:rPr lang="de-DE" sz="1400" dirty="0" err="1"/>
              <a:t>problem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792829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Use 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8903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6-7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1988E8-EEB7-44A7-A2C7-C0B12D27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740" y="976260"/>
            <a:ext cx="7524520" cy="3785174"/>
          </a:xfrm>
        </p:spPr>
      </p:pic>
    </p:spTree>
    <p:extLst>
      <p:ext uri="{BB962C8B-B14F-4D97-AF65-F5344CB8AC3E}">
        <p14:creationId xmlns:p14="http://schemas.microsoft.com/office/powerpoint/2010/main" val="3300316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2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</a:t>
            </a:r>
            <a:r>
              <a:rPr lang="de-DE" sz="1400" strike="sngStrike" dirty="0"/>
              <a:t>: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those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needs</a:t>
            </a:r>
            <a:r>
              <a:rPr lang="de-DE" sz="1400" strike="sngStrike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music</a:t>
            </a:r>
            <a:r>
              <a:rPr lang="de-DE" sz="1400" strike="sngStrike" dirty="0"/>
              <a:t> FC </a:t>
            </a:r>
            <a:r>
              <a:rPr lang="de-DE" sz="1400" strike="sngStrike" dirty="0" err="1"/>
              <a:t>belov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on/off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Volt and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2 linear </a:t>
            </a:r>
            <a:r>
              <a:rPr lang="de-DE" sz="1400" strike="sngStrike" dirty="0" err="1"/>
              <a:t>meters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state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byte</a:t>
            </a:r>
            <a:r>
              <a:rPr lang="de-DE" sz="1400" strike="sngStrike" dirty="0"/>
              <a:t> monitor and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representativ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situation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r>
              <a:rPr lang="de-DE" sz="1400" dirty="0"/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1920x1440)</a:t>
            </a:r>
            <a:endParaRPr lang="de-DE" sz="1400" strike="sngStrike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76931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26.08.19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look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(MUSIC)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does</a:t>
            </a:r>
            <a:r>
              <a:rPr lang="de-DE" sz="1400" dirty="0"/>
              <a:t> not </a:t>
            </a:r>
            <a:r>
              <a:rPr lang="de-DE" sz="1400" dirty="0" err="1"/>
              <a:t>work</a:t>
            </a:r>
            <a:r>
              <a:rPr lang="de-DE" sz="1400" dirty="0"/>
              <a:t> </a:t>
            </a:r>
            <a:r>
              <a:rPr lang="de-DE" sz="1400" dirty="0" err="1"/>
              <a:t>now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condition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entry</a:t>
            </a:r>
            <a:r>
              <a:rPr lang="de-DE" sz="1400" dirty="0"/>
              <a:t> and </a:t>
            </a:r>
            <a:r>
              <a:rPr lang="de-DE" sz="1400" dirty="0" err="1"/>
              <a:t>action</a:t>
            </a:r>
            <a:r>
              <a:rPr lang="de-DE" sz="1400" dirty="0"/>
              <a:t> </a:t>
            </a:r>
            <a:r>
              <a:rPr lang="de-DE" sz="1400" dirty="0" err="1"/>
              <a:t>button</a:t>
            </a: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04970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8-9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41F2CAF0-052C-4563-BFED-241ACE2CB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31321"/>
            <a:ext cx="8253082" cy="3957395"/>
          </a:xfrm>
        </p:spPr>
      </p:pic>
    </p:spTree>
    <p:extLst>
      <p:ext uri="{BB962C8B-B14F-4D97-AF65-F5344CB8AC3E}">
        <p14:creationId xmlns:p14="http://schemas.microsoft.com/office/powerpoint/2010/main" val="336113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Report 26.08.20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look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(MUSIC)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does</a:t>
            </a:r>
            <a:r>
              <a:rPr lang="de-DE" sz="1400" dirty="0"/>
              <a:t> not </a:t>
            </a:r>
            <a:r>
              <a:rPr lang="de-DE" sz="1400" dirty="0" err="1"/>
              <a:t>work</a:t>
            </a:r>
            <a:r>
              <a:rPr lang="de-DE" sz="1400" dirty="0"/>
              <a:t> </a:t>
            </a:r>
            <a:r>
              <a:rPr lang="de-DE" sz="1400" dirty="0" err="1"/>
              <a:t>now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condition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entry</a:t>
            </a:r>
            <a:r>
              <a:rPr lang="de-DE" sz="1400" dirty="0"/>
              <a:t> and </a:t>
            </a:r>
            <a:r>
              <a:rPr lang="de-DE" sz="1400" dirty="0" err="1"/>
              <a:t>action</a:t>
            </a:r>
            <a:r>
              <a:rPr lang="de-DE" sz="1400" dirty="0"/>
              <a:t> </a:t>
            </a:r>
            <a:r>
              <a:rPr lang="de-DE" sz="1400" dirty="0" err="1"/>
              <a:t>button</a:t>
            </a: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021621"/>
      </p:ext>
    </p:extLst>
  </p:cSld>
  <p:clrMapOvr>
    <a:masterClrMapping/>
  </p:clrMapOvr>
</p:sld>
</file>

<file path=ppt/theme/theme1.xml><?xml version="1.0" encoding="utf-8"?>
<a:theme xmlns:a="http://schemas.openxmlformats.org/drawingml/2006/main" name="fair-gsi-folienmaster_2017_onering">
  <a:themeElements>
    <a:clrScheme name="Benutzerdefiniert 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6666"/>
      </a:hlink>
      <a:folHlink>
        <a:srgbClr val="800080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DBB63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t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8" id="{88F67082-FAA7-774F-81ED-C94DAF9F09F3}" vid="{76C6051D-27C6-564A-8764-CCBC0645D3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fair-gsi-folienmaster_2019_16zu9</Template>
  <TotalTime>0</TotalTime>
  <Words>919</Words>
  <Application>Microsoft Office PowerPoint</Application>
  <PresentationFormat>On-screen Show (16:9)</PresentationFormat>
  <Paragraphs>115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Wingdings</vt:lpstr>
      <vt:lpstr>fair-gsi-folienmaster_2017_onering</vt:lpstr>
      <vt:lpstr>CS Studio</vt:lpstr>
      <vt:lpstr>Report 26.08.05</vt:lpstr>
      <vt:lpstr>Example – Day 1</vt:lpstr>
      <vt:lpstr>Report 26.08.06</vt:lpstr>
      <vt:lpstr>Example – Day 2</vt:lpstr>
      <vt:lpstr>Report 26.08.10</vt:lpstr>
      <vt:lpstr>Example – Day 3</vt:lpstr>
      <vt:lpstr>Report 26.08.11-12</vt:lpstr>
      <vt:lpstr>Example – Day 4-5</vt:lpstr>
      <vt:lpstr>Example – Day 4-5</vt:lpstr>
      <vt:lpstr>Report 26.08.13</vt:lpstr>
      <vt:lpstr>Report 26.08.17</vt:lpstr>
      <vt:lpstr>Example – Day 6-7</vt:lpstr>
      <vt:lpstr>Report 26.08.18</vt:lpstr>
      <vt:lpstr>Report 26.08.19</vt:lpstr>
      <vt:lpstr>Example – Day 8-9</vt:lpstr>
      <vt:lpstr>Report 26.08.20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Connector Placement Visualization in Python</dc:title>
  <dc:creator>Kalafat, Oguzhan</dc:creator>
  <cp:lastModifiedBy>Kalafat, Oguzhan</cp:lastModifiedBy>
  <cp:revision>114</cp:revision>
  <cp:lastPrinted>2026-08-11T07:44:29Z</cp:lastPrinted>
  <dcterms:created xsi:type="dcterms:W3CDTF">2025-09-18T14:09:33Z</dcterms:created>
  <dcterms:modified xsi:type="dcterms:W3CDTF">2026-08-19T15:50:59Z</dcterms:modified>
</cp:coreProperties>
</file>