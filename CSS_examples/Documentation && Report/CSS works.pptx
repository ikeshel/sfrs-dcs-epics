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103" d="100"/>
          <a:sy n="103" d="100"/>
        </p:scale>
        <p:origin x="192" y="4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24.08.2026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24.08.2026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26.08.19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04970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8-9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1F2CAF0-052C-4563-BFED-241ACE2CB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31321"/>
            <a:ext cx="8253082" cy="3957395"/>
          </a:xfrm>
        </p:spPr>
      </p:pic>
    </p:spTree>
    <p:extLst>
      <p:ext uri="{BB962C8B-B14F-4D97-AF65-F5344CB8AC3E}">
        <p14:creationId xmlns:p14="http://schemas.microsoft.com/office/powerpoint/2010/main" val="336113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Report 26.08.20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naming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change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look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(MUSIC)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rgbClr val="FF0000"/>
                </a:solidFill>
              </a:rPr>
              <a:t>make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condition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text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entry</a:t>
            </a:r>
            <a:r>
              <a:rPr lang="de-DE" sz="1400" strike="sngStrike" dirty="0">
                <a:solidFill>
                  <a:srgbClr val="FF0000"/>
                </a:solidFill>
              </a:rPr>
              <a:t> and </a:t>
            </a:r>
            <a:r>
              <a:rPr lang="de-DE" sz="1400" strike="sngStrike" dirty="0" err="1">
                <a:solidFill>
                  <a:srgbClr val="FF0000"/>
                </a:solidFill>
              </a:rPr>
              <a:t>action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button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021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10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9C214A-9220-4722-BEAD-7EBDD56E37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6373" y="1087438"/>
            <a:ext cx="7883611" cy="3678237"/>
          </a:xfrm>
        </p:spPr>
      </p:pic>
    </p:spTree>
    <p:extLst>
      <p:ext uri="{BB962C8B-B14F-4D97-AF65-F5344CB8AC3E}">
        <p14:creationId xmlns:p14="http://schemas.microsoft.com/office/powerpoint/2010/main" val="1430054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788365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1020</Words>
  <Application>Microsoft Office PowerPoint</Application>
  <PresentationFormat>On-screen Show (16:9)</PresentationFormat>
  <Paragraphs>128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  <vt:lpstr>Report 26.08.19</vt:lpstr>
      <vt:lpstr>Example – Day 8-9</vt:lpstr>
      <vt:lpstr>Report 26.08.20</vt:lpstr>
      <vt:lpstr>Example – Day 10</vt:lpstr>
      <vt:lpstr>Report 26.08.24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128</cp:revision>
  <cp:lastPrinted>2026-08-11T07:44:29Z</cp:lastPrinted>
  <dcterms:created xsi:type="dcterms:W3CDTF">2025-09-18T14:09:33Z</dcterms:created>
  <dcterms:modified xsi:type="dcterms:W3CDTF">2026-08-24T13:16:35Z</dcterms:modified>
</cp:coreProperties>
</file>